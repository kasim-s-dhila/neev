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1"/>
  </p:sldIdLst>
  <p:sldSz cx="9144000" cy="6096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_rels/slide2.xml.rels><Relationships xmlns="http://schemas.openxmlformats.org/package/2006/relationships"><Relationship Id="image1" Type="http://schemas.openxmlformats.org/officeDocument/2006/relationships/image" Target="../media/figure.png"/><Relationship Id="external1" Type="http://schemas.openxmlformats.org/officeDocument/2006/relationships/image" Target="http://127.0.0.1:9/never-fetch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="http://schemas.openxmlformats.org/officeDocument/2006/math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Second slide: Bayes fraction</a:t>
            </a:r>
          </a:p>
        </p:txBody>
      </p:sp>
      <p:sp>
        <p:spPr/>
        <p:txBody>
          <a:bodyPr/>
          <a:p>
            <m:oMath>
              <m:f>
                <m:num>
                  <m:r>
                    <m:t>P(B|A) P(A)</m:t>
                  </m:r>
                </m:num>
                <m:den>
                  <m:r>
                    <m:t>P(B)</m:t>
                  </m:r>
                </m:den>
              </m:f>
            </m:oMath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m="http://schemas.openxmlformats.org/officeDocument/2006/math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First slide: branching experiment</a:t>
            </a:r>
          </a:p>
        </p:txBody>
      </p:sp>
      <p:pic>
        <p:nvPicPr>
          <p:cNvPr id="3" name="Authored branch figure"/>
          <p:cNvPicPr/>
          <p:nvPr/>
        </p:nvPicPr>
        <p:blipFill>
          <a:blip r:embed="image1"/>
          <a:stretch>
            <a:fillRect/>
          </a:stretch>
        </p:blipFill>
        <p:spPr>
          <a:xfrm>
            <a:off x="0" y="0"/>
            <a:ext cx="9144000" cy="6096000"/>
          </a:xfrm>
        </p:spPr>
      </p:pic>
    </p:spTree>
  </p:cSld>
</p:sld>
</file>